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FF"/>
    <a:srgbClr val="FFDD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A708-4E08-AE69-6364-9C5EEB63F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6A792-BC9F-7156-B28F-801342BC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C0814-6889-3982-1D16-CF40B9B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B60D-FEE0-6F4F-1278-6D083485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D763A-5A3C-9C27-2EEC-A4A24642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46CF-B5EB-A3C4-3E56-DCE3DF0A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9BEEF-9804-EEF5-26A9-40CF01F7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6A1BA-1E2F-16F3-818E-9C214A11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2E9A7-166E-7586-6A09-9F3975D4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A34CC-66F2-57D9-4DC2-8AFE4B74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20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0090-244C-45C5-78F0-2310CB7F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7C16-E935-4DDC-43B3-DDA964917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6F3A4-726E-2447-1023-714BEE63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8177E-67D3-E2B8-1D4E-EF641F75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3C8F2-936F-F13E-DEFC-AFAB566E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53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C804-0C41-6E9E-73E9-C455EE9C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AAEC-F4C9-72BF-B734-199787FB9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D25CA-6ECC-01A5-BF55-FB9837F13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E51DF-C503-66E8-DF28-2C62258E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A1AF0-8D50-A4ED-6E61-A95DAD58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34841-75EC-5907-C823-043B7610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1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E75C3-D81F-1F39-A6F6-AE397352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6790C-7D60-18BD-25E7-4F68E1862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44D2E-1EE5-6230-E481-E60F51C46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03390-E623-5F88-04A3-FEA70F5CD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EA35E-8AC5-CAB5-B438-BD8D6067E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3DE70-AAC5-A3A0-44E1-2525FA03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B4A3D-D124-35A9-E6E5-9B534CC2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BD568-C2D9-0933-5113-C4D83130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28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4BC8-2CFC-61AE-7BCE-3B317934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67539-B5B3-2AB2-0781-0AE3AC06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9ADF7-C496-A98A-BDBC-B8FC8999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98C65-A785-F327-2400-1A25A64F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2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86768-7DCA-3CB0-FD91-CC1720CE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F2C41-9660-30DA-69AF-A912B6B4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20C5E-1856-0565-7701-BD386C4F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07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8BEA-7E5B-DB4D-7ED4-17D1AEF7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FD69D-4BA1-3111-6B3D-B36FDD989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2D570-5D84-2768-49D8-B48FC0485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7A8BE-45C9-0C7E-003C-D0033906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977EC-B963-C0CA-8E63-D0A6CCA0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0AE9C-BB01-8E2C-4B1F-1351AB87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1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74E1-2156-511C-05BC-43937DE6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E2FA5-5E51-885B-5473-453A08AC9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D095B-BAC9-CFDF-9372-F89B8B28A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A52B1-47F5-4E11-17E4-18678EEE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255A5-70F9-2BE1-D05B-AD117A2D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E2C03-3844-09C3-4457-6FD63A44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3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AA8B-2B05-7F41-08DB-DEE98EA4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5BDF9-CBC9-A9D6-EEB7-387A9F6E7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20B69-71F5-CC93-CF49-A094657C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3646-BC01-2EBA-9499-12212475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2B314-C473-D62C-D390-A313B688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6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85C09-3E7E-DA7A-0BB4-F3BDEB3D9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18483-FD75-6B1A-B6D6-B44CD3CFD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89BBB-E4A5-5A7C-1D47-F2EB835D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2C91-AA87-BD84-98A0-D0ABD963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0BEE1-49E2-D868-CB30-D3D0F203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3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F9248-77EF-962B-BB13-6A6DDB4A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76FF5-A909-6917-ED16-3BA0F84A7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F8DE-434D-76AE-112A-D5CB058E4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F4212-D91E-44A9-A39F-805AFCE14B3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16FC1-2AB7-3F62-D5A2-7F862E4AA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A90E-59BC-220C-BD36-CAED448C3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0A9B6-1750-47A6-8F4D-277A08D2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0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D06C-8E99-7751-E625-66DCA8F32D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Dashboard Design</a:t>
            </a:r>
            <a:br>
              <a:rPr lang="en-IN" b="1" dirty="0">
                <a:latin typeface="Aptos Display" panose="020B0004020202020204" pitchFamily="34" charset="0"/>
              </a:rPr>
            </a:br>
            <a:r>
              <a:rPr lang="en-IN" sz="3000" b="1" dirty="0">
                <a:latin typeface="Aptos Display" panose="020B0004020202020204" pitchFamily="34" charset="0"/>
              </a:rPr>
              <a:t>Task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3A4F9-0B49-9C3A-1A7A-3C7278D989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Aptos" panose="020B0004020202020204" pitchFamily="34" charset="0"/>
              </a:rPr>
              <a:t>Ashritha Anandal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Tool: </a:t>
            </a:r>
            <a:r>
              <a:rPr lang="en-IN" dirty="0" err="1">
                <a:latin typeface="Aptos" panose="020B0004020202020204" pitchFamily="34" charset="0"/>
              </a:rPr>
              <a:t>PowerBI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Dataset: Superstore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73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6B53-96EE-C4E1-6D2B-98A07B05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22F99-4117-8B09-5564-28A133898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Analyze overall sales and profit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Identify top performing regions and product categories.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Track sales trends over time.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Provide insights to support business decisions.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Create an interactive dashboard for stakeholders.</a:t>
            </a: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9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4594-9A59-2226-391D-8B06CBB9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D61D-5FCD-4FDE-DD77-083A225C5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Total Sales:</a:t>
            </a:r>
            <a:r>
              <a:rPr lang="en-US" dirty="0">
                <a:latin typeface="Aptos" panose="020B0004020202020204" pitchFamily="34" charset="0"/>
              </a:rPr>
              <a:t> 2.30 Million</a:t>
            </a:r>
          </a:p>
          <a:p>
            <a:r>
              <a:rPr lang="en-US" b="1" dirty="0">
                <a:latin typeface="Aptos" panose="020B0004020202020204" pitchFamily="34" charset="0"/>
              </a:rPr>
              <a:t>Total Profit:</a:t>
            </a:r>
            <a:r>
              <a:rPr lang="en-US" dirty="0">
                <a:latin typeface="Aptos" panose="020B0004020202020204" pitchFamily="34" charset="0"/>
              </a:rPr>
              <a:t> 286 Thousand</a:t>
            </a:r>
          </a:p>
          <a:p>
            <a:r>
              <a:rPr lang="en-US" b="1" dirty="0">
                <a:latin typeface="Aptos" panose="020B0004020202020204" pitchFamily="34" charset="0"/>
              </a:rPr>
              <a:t>Total Quantity Sold:</a:t>
            </a:r>
            <a:r>
              <a:rPr lang="en-US" dirty="0">
                <a:latin typeface="Aptos" panose="020B0004020202020204" pitchFamily="34" charset="0"/>
              </a:rPr>
              <a:t> 38 Thousand units</a:t>
            </a:r>
          </a:p>
          <a:p>
            <a:r>
              <a:rPr lang="en-US" b="1" dirty="0">
                <a:latin typeface="Aptos" panose="020B0004020202020204" pitchFamily="34" charset="0"/>
              </a:rPr>
              <a:t>Profit Margin:</a:t>
            </a:r>
            <a:r>
              <a:rPr lang="en-US" dirty="0">
                <a:latin typeface="Aptos" panose="020B0004020202020204" pitchFamily="34" charset="0"/>
              </a:rPr>
              <a:t> 12%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Observation: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The company is profitable overall.</a:t>
            </a:r>
          </a:p>
          <a:p>
            <a:r>
              <a:rPr lang="en-US" dirty="0">
                <a:latin typeface="Aptos" panose="020B0004020202020204" pitchFamily="34" charset="0"/>
              </a:rPr>
              <a:t>Profit margin shows moderate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74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5DFF-8547-24EF-C7BE-38587E23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Dashboard Overview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15D6BA04-5B51-73F8-69E4-49B6E75DDD5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1690688"/>
            <a:ext cx="787416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6C8A8-ED47-4846-34A1-2F4C237A0E44}"/>
              </a:ext>
            </a:extLst>
          </p:cNvPr>
          <p:cNvSpPr txBox="1"/>
          <p:nvPr/>
        </p:nvSpPr>
        <p:spPr>
          <a:xfrm>
            <a:off x="8922017" y="2573695"/>
            <a:ext cx="321600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Includes:</a:t>
            </a: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KPI summary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Sales trend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Sales by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Profit by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Sales by customer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Interactive filters (slicers)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Navigation between pages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93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C4F2-D40C-F80E-A1E8-5E85F40F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By Category</a:t>
            </a:r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id="{C01F1931-BFE1-4EF9-2E6C-D96D011D2AD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91627" y="1825625"/>
            <a:ext cx="78087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7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27EF-ADA7-84FD-842A-1B50C4F9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By Region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BD72608-D7E0-5877-0E4A-B7EB342040B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51575" y="1825625"/>
            <a:ext cx="78888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2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EF07-8030-6063-C556-6E46CFE4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7A760-CDA0-CD0A-FFA4-328EDF2D9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Aptos" panose="020B0004020202020204" pitchFamily="34" charset="0"/>
              </a:rPr>
              <a:t>West region generates the highest profit.</a:t>
            </a:r>
            <a:endParaRPr lang="en-IN" dirty="0">
              <a:latin typeface="Aptos" panose="020B0004020202020204" pitchFamily="34" charset="0"/>
            </a:endParaRPr>
          </a:p>
          <a:p>
            <a:pPr lvl="0"/>
            <a:r>
              <a:rPr lang="en-US" dirty="0">
                <a:latin typeface="Aptos" panose="020B0004020202020204" pitchFamily="34" charset="0"/>
              </a:rPr>
              <a:t>Sales show a steady increase from 2015 to 2017.</a:t>
            </a:r>
            <a:endParaRPr lang="en-IN" dirty="0">
              <a:latin typeface="Aptos" panose="020B0004020202020204" pitchFamily="34" charset="0"/>
            </a:endParaRPr>
          </a:p>
          <a:p>
            <a:pPr lvl="0"/>
            <a:r>
              <a:rPr lang="en-US" dirty="0">
                <a:latin typeface="Aptos" panose="020B0004020202020204" pitchFamily="34" charset="0"/>
              </a:rPr>
              <a:t>Technology category has the highest sales.</a:t>
            </a:r>
            <a:endParaRPr lang="en-IN" dirty="0">
              <a:latin typeface="Aptos" panose="020B0004020202020204" pitchFamily="34" charset="0"/>
            </a:endParaRPr>
          </a:p>
          <a:p>
            <a:pPr lvl="0"/>
            <a:r>
              <a:rPr lang="en-US" dirty="0">
                <a:latin typeface="Aptos" panose="020B0004020202020204" pitchFamily="34" charset="0"/>
              </a:rPr>
              <a:t>Consumer segment contributes the largest share of sales.</a:t>
            </a: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40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C767-754E-E219-01E4-1408C135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 Display" panose="020B00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086D9-2122-FF16-CAFE-9750F649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Focus marketing on high-performing regions like West.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Invest more in Technology products.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Improve performance in low-profit regions.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Target the Consumer segment for growth.</a:t>
            </a:r>
            <a:endParaRPr lang="en-IN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187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Office Theme</vt:lpstr>
      <vt:lpstr>Dashboard Design Task 4</vt:lpstr>
      <vt:lpstr>Objective</vt:lpstr>
      <vt:lpstr>Key Performance Indicators (KPIs)</vt:lpstr>
      <vt:lpstr>Dashboard Overview</vt:lpstr>
      <vt:lpstr>By Category</vt:lpstr>
      <vt:lpstr>By Region</vt:lpstr>
      <vt:lpstr>Insights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Ashritha Anandal</dc:creator>
  <cp:lastModifiedBy>Ashritha Anandal</cp:lastModifiedBy>
  <cp:revision>2</cp:revision>
  <dcterms:created xsi:type="dcterms:W3CDTF">2026-02-17T17:43:01Z</dcterms:created>
  <dcterms:modified xsi:type="dcterms:W3CDTF">2026-02-17T17:51:56Z</dcterms:modified>
</cp:coreProperties>
</file>